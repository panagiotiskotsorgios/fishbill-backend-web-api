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008B8B"/>
                </a:solidFill>
              </a:rPr>
              <a:t>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572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6000">
                <a:solidFill>
                  <a:srgbClr val="FFFFFF"/>
                </a:solidFill>
              </a:rPr>
              <a:t>FishBill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17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400">
                <a:solidFill>
                  <a:srgbClr val="F5A623"/>
                </a:solidFill>
              </a:rPr>
              <a:t>Η Ψηφιακή Λύση για την Αλιεία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148840"/>
            <a:ext cx="73152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000">
                <a:solidFill>
                  <a:srgbClr val="E8F4FD"/>
                </a:solidFill>
              </a:rPr>
              <a:t>Εύκολη έκδοση ψηφιακών τιμολογίων
απ' ευθείας από το κινητό σας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66160"/>
            <a:ext cx="3017520" cy="1371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Χωρίς
Χαρτιά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566160"/>
            <a:ext cx="301752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657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Σύνδεση
MyDATA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566160"/>
            <a:ext cx="30175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657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Απλό &amp;
Γρήγορο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0D2B55"/>
                </a:solidFill>
              </a:rPr>
              <a:t>Παρουσίαση για Αλιευτικούς Συλλόγους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FFFFFF"/>
                </a:solidFill>
              </a:rPr>
              <a:t>Το Πρόβλημα Σήμερα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>
                <a:solidFill>
                  <a:srgbClr val="F5A623"/>
                </a:solidFill>
              </a:rPr>
              <a:t>Τι αντιμετωπίζουν καθημερινά οι αλιείς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Χειρόγραφα ή έντυπα τιμολόγια — χάνονται, παθαίνουν ζημιά, δύσκολη αρχειοθέτηση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600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Ταλαιπωρία με τον λογιστή — μετάβαση, τηλεφωνήματα, καθυστερήσεις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63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Λάθη στους υπολογισμούς — ζημιές που δεν φαίνονται εκείνη τη στιγμή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154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63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Δεν υπάρχει εφαρμογή για αλιείς — γενικά εργαλεία δεν ταιριάζουν στις ανάγκες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26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Υποχρεωτική διαβίβαση στο myDATA (ΑΑΔΕ) — σύνθετη διαδικασία χωρίς βοήθεια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5669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177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0D2B55"/>
                </a:solidFill>
              </a:rPr>
              <a:t>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526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6573"/>
                </a:solidFill>
              </a:rPr>
              <a:t>Εργασία σε απομακρυσμένες περιοχές — δύσκολη πρόσβαση σε υπηρεσίες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Η Λύση: FishBill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>
                <a:solidFill>
                  <a:srgbClr val="F5A623"/>
                </a:solidFill>
              </a:rPr>
              <a:t>Όλα όσα χρειάζεστε, σε μία εφαρμογή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Έκδοση τιμολογίων
από κινητό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Αυτόματη αποστολή
στο myDATA / ΑΑΔΕ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👨‍💼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Σύνδεση με
λογιστή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Αναφορές &amp;
Ιστορικό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023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754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Ασφαλής
αποθήκευση δεδομένων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840480"/>
            <a:ext cx="3474720" cy="201168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023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3000">
                <a:solidFill>
                  <a:srgbClr val="F5A623"/>
                </a:solidFill>
              </a:rPr>
              <a:t>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FFFFF"/>
                </a:solidFill>
              </a:rPr>
              <a:t>Δουλεύει και
χωρίς ίντερνετ*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556573"/>
                </a:solidFill>
              </a:rPr>
              <a:t>* Λειτουργία offline — αποθηκεύει και στέλνει μόλις βρει σύνδεση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Πώς Λειτουργεί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5A623"/>
                </a:solidFill>
              </a:rPr>
              <a:t>Τρία απλά βήματα — ακόμα και αν δεν έχετε εμπειρία με τεχνολογία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663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0" y="1554480"/>
            <a:ext cx="9144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Ανοίγετε
την εφαρμογή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FFFFFF"/>
                </a:solidFill>
              </a:rPr>
              <a:t>Επιλέγετε «Νέο Τιμολόγιο» και συμπληρώνετε τα στοιχεία της πώλησης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517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4663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1554480"/>
            <a:ext cx="9144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Το FishBill
το ετοιμάζει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61188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FFFFFF"/>
                </a:solidFill>
              </a:rPr>
              <a:t>Υπολογίζει αυτόματα τα ποσά, δημιουργεί το έγγραφο και το στέλνει στην Εφορία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6517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4663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1554480"/>
            <a:ext cx="9144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06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</a:rPr>
              <a:t>Παίρνετε
απόδειξη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361188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FFFFFF"/>
                </a:solidFill>
              </a:rPr>
              <a:t>Λαμβάνετε MARK και QR code — το παραστατικό είναι έγκυρο άμεσα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Για Ποιους Είναι;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5A623"/>
                </a:solidFill>
              </a:rPr>
              <a:t>Η εφαρμογή ταιριάζει σε όλους στην αλυσίδα της αλιείας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4572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4000">
                <a:solidFill>
                  <a:srgbClr val="F5A623"/>
                </a:solidFill>
              </a:rPr>
              <a:t>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Αλιείς &amp;
Αλιευτικές Επιχειρήσεις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E8F4FD"/>
                </a:solidFill>
              </a:rPr>
              <a:t>Εκδίδουν τιμολόγια από το σκάφος ή την αποβάθρα. Δεν χρειάζεται να πάνε πουθενά.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4572000"/>
          </a:xfrm>
          <a:prstGeom prst="rect">
            <a:avLst/>
          </a:prstGeom>
          <a:solidFill>
            <a:srgbClr val="1A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4000">
                <a:solidFill>
                  <a:srgbClr val="F5A623"/>
                </a:solidFill>
              </a:rPr>
              <a:t>👨‍💼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Λογιστές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0332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7947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E8F4FD"/>
                </a:solidFill>
              </a:rPr>
              <a:t>Βλέπουν σε πραγματικό χρόνο τα παραστατικά των πελατών τους. Λιγότερες επικοινωνίες, λιγότερη δουλειά.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66160" cy="4572000"/>
          </a:xfrm>
          <a:prstGeom prst="rect">
            <a:avLst/>
          </a:prstGeom>
          <a:solidFill>
            <a:srgbClr val="0A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4000">
                <a:solidFill>
                  <a:srgbClr val="F5A623"/>
                </a:solidFill>
              </a:rP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Αλιευτικοί Σύλλογοι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703320"/>
            <a:ext cx="26517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E8F4FD"/>
                </a:solidFill>
              </a:rPr>
              <a:t>Προσφέρουν στα μέλη τους ένα σύγχρονο εργαλείο. Βελτιώνουν την εικόνα και την υπηρεσία του συλλόγου.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Τιμές &amp; Πακέτα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5A623"/>
                </a:solidFill>
              </a:rPr>
              <a:t>Απλές τιμές — χωρίς κρυφές χρεώσεις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0D2B55"/>
                </a:solidFill>
              </a:rPr>
              <a:t>Δωρεάν
Δοκιμή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008B8B"/>
                </a:solidFill>
              </a:rPr>
              <a:t>0€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556573"/>
                </a:solidFill>
              </a:rPr>
              <a:t>30 μέρες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2834640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556573"/>
                </a:solidFill>
              </a:rPr>
              <a:t>✓  Έως 10 τιμολόγια
✓  Πλήρη πρόσβαση
✓  Χωρίς κάρτα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566160" cy="4754880"/>
          </a:xfrm>
          <a:prstGeom prst="rect">
            <a:avLst/>
          </a:prstGeom>
          <a:solidFill>
            <a:srgbClr val="0D2B5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Βασικό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5A623"/>
                </a:solidFill>
              </a:rPr>
              <a:t>9€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E8F4FD"/>
                </a:solidFill>
              </a:rPr>
              <a:t>/ μήνα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200400"/>
            <a:ext cx="2834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2918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E8F4FD"/>
                </a:solidFill>
              </a:rPr>
              <a:t>✓  Απεριόριστα τιμολόγια
✓  1 χρήστης
✓  Σύνδεση myDATA
✓  Υποστήριξη email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566160" cy="4572000"/>
          </a:xfrm>
          <a:prstGeom prst="rect">
            <a:avLst/>
          </a:prstGeom>
          <a:solidFill>
            <a:srgbClr val="008B8B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Επαγγελματικό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5A623"/>
                </a:solidFill>
              </a:rPr>
              <a:t>19€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E8F4FD"/>
                </a:solidFill>
              </a:rPr>
              <a:t>/ μήνα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383280"/>
            <a:ext cx="2834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E8F4FD"/>
                </a:solidFill>
              </a:rPr>
              <a:t>✓  Απεριόριστα τιμολόγια
✓  Πολλοί χρήστες
✓  Λογιστής online
✓  Αναφορές &amp; εξαγωγές
✓  Τηλεφωνική υποστήριξη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0D2B55"/>
                </a:solidFill>
              </a:rPr>
              <a:t>* Για μέλη αλιευτικών συλλόγων ισχύουν ειδικές τιμές — επικοινωνήστε μαζί μας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D2B55"/>
                </a:solidFill>
              </a:rPr>
              <a:t>Γιατί ο Σύλλογός σας να το Προτείνει;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F5A623"/>
                </a:solidFill>
              </a:rPr>
              <a:t>Οφέλη για τον σύλλογο και τα μέλη του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Εύκολη Εγκατάσταση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996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Κατεβαίνει στο κινητό σαν κανονική εφαρμογή. Δεν χρειάζεται τεχνική γνώση.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5727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Εκπαίδευση Δωρεάν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2996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Παρέχουμε εκπαιδευτικό υλικό και υποστήριξη για κάθε σύλλογο.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918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27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Το Φθηνότερο στην Αγορά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8444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Ειδικές τιμές για μέλη συλλόγων. Πολύ λιγότερο από οποιοδήποτε άλλο λογισμικό.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🇬🇷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27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100% Ελληνικό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8444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Φτιαγμένο από Έλληνες, για Έλληνες αλιείς. Η γλώσσα και οι ανάγκες σας στο κέντρο.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81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Νόμιμο &amp; Ασφαλές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3892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Πλήρης συμμόρφωση με ΑΑΔΕ/myDATA και τον Νόμο για Ηλεκτρονικά Βιβλία.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5577840" cy="1371600"/>
          </a:xfrm>
          <a:prstGeom prst="rect">
            <a:avLst/>
          </a:prstGeom>
          <a:solidFill>
            <a:srgbClr val="0F3A6B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46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F5A623"/>
                </a:solidFill>
              </a:rP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81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5A623"/>
                </a:solidFill>
              </a:rPr>
              <a:t>Συνεργασία με Σύλλογο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13892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E8F4FD"/>
                </a:solidFill>
              </a:rPr>
              <a:t>Ο σύλλογός σας γίνεται συνεργάτης. Προβολή, υποστήριξη και ειδικό πρόγραμμα.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9445752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005840"/>
            <a:ext cx="8897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200">
                <a:solidFill>
                  <a:srgbClr val="0D2B55"/>
                </a:solidFill>
              </a:rPr>
              <a:t>Ξεκινήστε Σήμερα!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67025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0D2B55"/>
                </a:solidFill>
              </a:rPr>
              <a:t>Δοκιμάστε το FishBill δωρεάν για 30 μέρες.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700">
                <a:solidFill>
                  <a:srgbClr val="556573"/>
                </a:solidFill>
              </a:rPr>
              <a:t>Δεν χρειάζεστε κάρτα, δεν χρειάζεστε τεχνική γνώση.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154680"/>
            <a:ext cx="2651760" cy="9144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0D2B55"/>
                </a:solidFill>
              </a:rPr>
              <a:t>🌐  fishbill.gr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154680"/>
            <a:ext cx="2651760" cy="9144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0D2B55"/>
                </a:solidFill>
              </a:rPr>
              <a:t>📧  info@fishbill.gr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154680"/>
            <a:ext cx="2651760" cy="9144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0D2B55"/>
                </a:solidFill>
              </a:rPr>
              <a:t>📞  210 000 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297680"/>
            <a:ext cx="542239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389120"/>
            <a:ext cx="5422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0D2B55"/>
                </a:solidFill>
              </a:rPr>
              <a:t>ΕΓΓΡΑΦΗ ΔΩΡΕΑΝ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FishBill — Η Ψηφιακή Λύση για την Ελληνική Αλιεία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